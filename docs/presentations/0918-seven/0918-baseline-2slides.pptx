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2960de85941ef" /><Relationship Type="http://schemas.openxmlformats.org/officeDocument/2006/relationships/extended-properties" Target="/docProps/app.xml" Id="R8be0da05393f43bb" /><Relationship Type="http://schemas.openxmlformats.org/officeDocument/2006/relationships/officeDocument" Target="/ppt/presentation.xml" Id="Rc022dd13c8054d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12bd1d701d4552"/>
  </p:sldMasterIdLst>
  <p:notesMasterIdLst>
    <p:notesMasterId xmlns:r="http://schemas.openxmlformats.org/officeDocument/2006/relationships" r:id="R3227e843abe24981"/>
  </p:notesMasterIdLst>
  <p:sldIdLst>
    <p:sldId xmlns:r="http://schemas.openxmlformats.org/officeDocument/2006/relationships" id="256" r:id="Ra2156557b9a24b0d"/>
    <p:sldId xmlns:r="http://schemas.openxmlformats.org/officeDocument/2006/relationships" id="257" r:id="R49e692dcaffc43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e51f7b53a4579" /><Relationship Type="http://schemas.openxmlformats.org/officeDocument/2006/relationships/slideMaster" Target="/ppt/slideMasters/slideMaster1.xml" Id="Rfa12bd1d701d4552" /><Relationship Type="http://schemas.openxmlformats.org/officeDocument/2006/relationships/notesMaster" Target="/ppt/notesMasters/notesMaster1.xml" Id="R3227e843abe24981" /><Relationship Type="http://schemas.openxmlformats.org/officeDocument/2006/relationships/presProps" Target="/ppt/presProps.xml" Id="R8ef63d8e13f54f87" /><Relationship Type="http://schemas.openxmlformats.org/officeDocument/2006/relationships/tableStyles" Target="/ppt/tableStyles.xml" Id="Rce1ea668eaf64bb1" /><Relationship Type="http://schemas.openxmlformats.org/officeDocument/2006/relationships/slide" Target="/ppt/slides/slide1.xml" Id="Ra2156557b9a24b0d" /><Relationship Type="http://schemas.openxmlformats.org/officeDocument/2006/relationships/slide" Target="/ppt/slides/slide2.xml" Id="R49e692dcaffc43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20002ab40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b6b4f0133a479d" /><Relationship Type="http://schemas.openxmlformats.org/officeDocument/2006/relationships/notesMaster" Target="/ppt/notesMasters/notesMaster1.xml" Id="R56ba353f2512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ec2d747f44ee5" /><Relationship Type="http://schemas.openxmlformats.org/officeDocument/2006/relationships/notesMaster" Target="/ppt/notesMasters/notesMaster1.xml" Id="R7b6269c75216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YAML：ultralytics/cfg/models/11_myself/yolo11-10csar-dr-trainonly-0918-baseline.yaml。數學與訓練流程來源：ultralytics/utils/training_aux_ops.py、ultralytics/utils/training_aux_0918.py、ultralytics/utils/loss.py。圖片為使用者提供的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baseline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28b7889d546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46eaf804b84000" /><Relationship Type="http://schemas.openxmlformats.org/officeDocument/2006/relationships/slideLayout" Target="/ppt/slideLayouts/slideLayout1.xml" Id="Re567f386f842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7f386f842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8cbf7d51445f" /><Relationship Type="http://schemas.openxmlformats.org/officeDocument/2006/relationships/image" Target="/ppt/media/image.jpeg" Id="Rc792322e379740dc" /><Relationship Type="http://schemas.openxmlformats.org/officeDocument/2006/relationships/notesSlide" Target="/ppt/notesSlides/notesSlide1.xml" Id="R348c75090db1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f9c614aa64ea3" /><Relationship Type="http://schemas.openxmlformats.org/officeDocument/2006/relationships/notesSlide" Target="/ppt/notesSlides/notesSlide2.xml" Id="Ra890e4801d4d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41C6EA1D-042D-4CBB-B0E3-957F6599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Baseline：0912 原始多標籤目標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972EDF-BFE5-4B9C-A6CD-DDFCDB1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新增陰影、一致性、邊界、真交集增益均為 0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590A7439-6CA4-44BE-8932-12921BFE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獨立實例保留 D／R 重疊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280C5C23-EB40-459A-8860-ED2D6CC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Yc(u) = maxᵢ:cᵢ=c Mi(u)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38081745-1457-4DE5-BC9A-34260093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同一像素可同時標為 D 與 R。訓練必須使用 overlap_mask=False。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73E39074-CC83-4208-B862-A4BD6A45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既有共存權重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D978D6DF-A38A-4234-9C4A-5B6F997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w(u) = 1 + 2·1[Σc Yc(u) &gt; 1]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8F47A9BF-068C-4988-9503-B8365AF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兩類以上重疊像素的 BCE 權重為 3，其餘為 1。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A5A4AB85-E6CC-4CBE-A240-B08A73AC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既有五尺度多標籤目標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87332D81-133A-4DDC-AFEE-0694B33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LMSAT = ½ L加權BCE + ½ LDice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37866131-DB27-46BE-A12F-8DF3BF37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五尺度平均後以原 gain 0.5 納入 semantic loss。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2322e379740dc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28268827-96F0-4E39-A693-4AFB8AF3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85FEFB89-719A-42E0-8653-590FCDDB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本版沒有額外陰影訓練，作為其他六版的共同對照。</a:t>
            </a:r>
          </a:p>
        </p:txBody>
      </p:sp>
    </p:spTree>
    <p:extLst>
      <p:ext uri="{BB962C8B-B14F-4D97-AF65-F5344CB8AC3E}">
        <p14:creationId xmlns:p14="http://schemas.microsoft.com/office/powerpoint/2010/main" val="1433367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E2B765-7605-4E0C-BDB4-3B1FCAE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Baseline：0912 原始多標籤目標：影響與驗證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33D84C-5287-4310-A5A4-F305CF94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獨立 sigmoid 與 mask 保留 D、R 同時為前景的能力。共存加權減少稀少交疊像素被背景淹沒。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陰影中的凹洞只靠原資料標註學習。沒有本輪的合成陰影或光照一致性約束。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可能限制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暗處細微凹洞仍可能漏檢，正常暗紋也可能誤報。這些是待量測問題，不能從單張疊圖量化。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固定資料切分與推論閾值，分別記錄陰影 D、亮部 D、D+R 和 D-only 的 recall、mask AP。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7FF129-7822-4B03-82A3-F7B5FD1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與 shadow-aug 比較可測合成陰影曝光的額外效果。主架構與推論輸出保持相同。</a:t>
            </a:r>
          </a:p>
        </p:txBody>
      </p:sp>
    </p:spTree>
    <p:extLst>
      <p:ext uri="{BB962C8B-B14F-4D97-AF65-F5344CB8AC3E}">
        <p14:creationId xmlns:p14="http://schemas.microsoft.com/office/powerpoint/2010/main" val="476480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2026-09-18T10:56:40.3600000Z</dcterms:created>
  <dcterms:modified xsi:type="dcterms:W3CDTF">2026-09-18T10:56:40.3600000Z</dcterms:modified>
</coreProperties>
</file>