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c78b3101744fb1" /><Relationship Type="http://schemas.openxmlformats.org/officeDocument/2006/relationships/extended-properties" Target="/docProps/app.xml" Id="R6cd4b596309d4879" /><Relationship Type="http://schemas.openxmlformats.org/officeDocument/2006/relationships/officeDocument" Target="/ppt/presentation.xml" Id="R32e3fb72e9b94b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8f7edf5eb34b7d"/>
  </p:sldMasterIdLst>
  <p:notesMasterIdLst>
    <p:notesMasterId xmlns:r="http://schemas.openxmlformats.org/officeDocument/2006/relationships" r:id="R0f00888bdba4471e"/>
  </p:notesMasterIdLst>
  <p:sldIdLst>
    <p:sldId xmlns:r="http://schemas.openxmlformats.org/officeDocument/2006/relationships" id="256" r:id="Reeb8efe61a424170"/>
    <p:sldId xmlns:r="http://schemas.openxmlformats.org/officeDocument/2006/relationships" id="257" r:id="R86f5f632506747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82b84621b40f6" /><Relationship Type="http://schemas.openxmlformats.org/officeDocument/2006/relationships/slideMaster" Target="/ppt/slideMasters/slideMaster1.xml" Id="Rd28f7edf5eb34b7d" /><Relationship Type="http://schemas.openxmlformats.org/officeDocument/2006/relationships/notesMaster" Target="/ppt/notesMasters/notesMaster1.xml" Id="R0f00888bdba4471e" /><Relationship Type="http://schemas.openxmlformats.org/officeDocument/2006/relationships/presProps" Target="/ppt/presProps.xml" Id="R326282d2c6db469f" /><Relationship Type="http://schemas.openxmlformats.org/officeDocument/2006/relationships/tableStyles" Target="/ppt/tableStyles.xml" Id="Rb26981275c3e434d" /><Relationship Type="http://schemas.openxmlformats.org/officeDocument/2006/relationships/slide" Target="/ppt/slides/slide1.xml" Id="Reeb8efe61a424170" /><Relationship Type="http://schemas.openxmlformats.org/officeDocument/2006/relationships/slide" Target="/ppt/slides/slide2.xml" Id="R86f5f632506747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fff885ce30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99c2f7ea74a1d" /><Relationship Type="http://schemas.openxmlformats.org/officeDocument/2006/relationships/notesMaster" Target="/ppt/notesMasters/notesMaster1.xml" Id="Rb695c4848e4744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4dc12a3aea4c05" /><Relationship Type="http://schemas.openxmlformats.org/officeDocument/2006/relationships/notesMaster" Target="/ppt/notesMasters/notesMaster1.xml" Id="R043c26b1103646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YAML：ultralytics/cfg/models/11_myself/yolo11-10csar-dr-trainonly-0918-boundary.yaml。數學與訓練流程來源：ultralytics/utils/training_aux_ops.py、ultralytics/utils/training_aux_0918.py、ultralytics/utils/loss.py。圖片為使用者提供的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boundary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3f38d629e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e22273298742b4" /><Relationship Type="http://schemas.openxmlformats.org/officeDocument/2006/relationships/slideLayout" Target="/ppt/slideLayouts/slideLayout1.xml" Id="R9d22253168be4d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2253168be4d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0f00b51ad4c24" /><Relationship Type="http://schemas.openxmlformats.org/officeDocument/2006/relationships/image" Target="/ppt/media/image.jpeg" Id="R70928e1bdb4448fb" /><Relationship Type="http://schemas.openxmlformats.org/officeDocument/2006/relationships/notesSlide" Target="/ppt/notesSlides/notesSlide1.xml" Id="Ra93924a3fa2f4f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2d6c3e4c4bff" /><Relationship Type="http://schemas.openxmlformats.org/officeDocument/2006/relationships/notesSlide" Target="/ppt/notesSlides/notesSlide2.xml" Id="R102ac81d1f894f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50E33B7-F91A-47A2-AE63-C7D6259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Boundary：實例遮罩的輪廓監督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53F12B-91AF-41EB-9D92-9948AF2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無合成陰影；新增 matched-instance 邊界項，gain 0.1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DEBB2D9-6C67-4BF4-A192-D1D35E92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沿用原 segmentation 輸出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30A5609D-E55F-4547-8FC7-0798CB17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zi(u) = Σk αik Pk(u)；pi = σ(zi)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B716F586-0FCF-4629-9A7B-0441D6E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mask coefficients 與 prototypes 形成每個匹配實例的預測。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D5009BD6-09EF-4152-82E1-9C2460A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由 mask 產生柔性輪廓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8810D53C-4FA6-42D2-A775-68CE2E0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B(F) = max₃×₃(F) − min₃×₃(F)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6E810DC3-67C2-4916-A595-4244790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對預測機率與 GT mask 各算邊界，不對 RGB 的暗線取邊。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0AF70714-2134-4841-95A6-14C9057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邊界貼合與邊帶分類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D5417FE5-57D6-4643-AD98-79AD885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LBi = ½[edge Dice + GT邊帶 BCE]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742070BA-3AAA-4A1F-8B66-54E5D90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各 matched mask 加 0.1LBi，再沿用正 anchor 正規化與原 seg gain。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28e1bdb4448fb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40102985-5851-42F4-8C18-5C0B1B1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20C920A2-26A5-4799-824A-EAAC827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形狀訊號來自損傷 mask；照片中的陰影線不被當作邊界 GT。</a:t>
            </a:r>
          </a:p>
        </p:txBody>
      </p:sp>
    </p:spTree>
    <p:extLst>
      <p:ext uri="{BB962C8B-B14F-4D97-AF65-F5344CB8AC3E}">
        <p14:creationId xmlns:p14="http://schemas.microsoft.com/office/powerpoint/2010/main" val="859957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1C73F8E-1416-42D3-B48B-64A5A956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Boundary：實例遮罩的輪廓監督：影響與驗證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81C3DF-0B1A-423F-9D4D-C44E749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區域重疊之外，額外強調實例輪廓位置。Dice 管整體對齊，GT 邊帶 BCE 提供逐像素方向。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若陰影使凹洞局部對比變弱，輪廓目標可能幫助 mask 形狀；但本版沒有光照不變訓練。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代價與風險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標註邊緣過粗或漏標會放大噪音。此項只作用於已匹配實例，無法保證產生原本完全缺失的 D proposal。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 baseline 比暗處與亮部 D 的 mask AP、邊界品質及假陽性；另看所有損傷類別是否受影響。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1B78175-531F-4E24-B2B8-8497FD2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boundary loss 作用於所有實例類別，不只 D；推論時不需要額外邊界 head。</a:t>
            </a:r>
          </a:p>
        </p:txBody>
      </p:sp>
    </p:spTree>
    <p:extLst>
      <p:ext uri="{BB962C8B-B14F-4D97-AF65-F5344CB8AC3E}">
        <p14:creationId xmlns:p14="http://schemas.microsoft.com/office/powerpoint/2010/main" val="1417461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2026-09-18T10:56:55.7360000Z</dcterms:created>
  <dcterms:modified xsi:type="dcterms:W3CDTF">2026-09-18T10:56:55.7360000Z</dcterms:modified>
</coreProperties>
</file>