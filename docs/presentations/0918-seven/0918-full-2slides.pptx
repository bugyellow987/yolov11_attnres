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cee5fa76884a1d" /><Relationship Type="http://schemas.openxmlformats.org/officeDocument/2006/relationships/extended-properties" Target="/docProps/app.xml" Id="R3eadb518c5ed45df" /><Relationship Type="http://schemas.openxmlformats.org/officeDocument/2006/relationships/officeDocument" Target="/ppt/presentation.xml" Id="Rc11965abe4bc4c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17a6acbc304ad2"/>
  </p:sldMasterIdLst>
  <p:notesMasterIdLst>
    <p:notesMasterId xmlns:r="http://schemas.openxmlformats.org/officeDocument/2006/relationships" r:id="R0a0e81a31d384d2f"/>
  </p:notesMasterIdLst>
  <p:sldIdLst>
    <p:sldId xmlns:r="http://schemas.openxmlformats.org/officeDocument/2006/relationships" id="256" r:id="R3fb84a38cac84cc3"/>
    <p:sldId xmlns:r="http://schemas.openxmlformats.org/officeDocument/2006/relationships" id="257" r:id="R5f8d6cb07b2c41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2dc7afe04841a8" /><Relationship Type="http://schemas.openxmlformats.org/officeDocument/2006/relationships/slideMaster" Target="/ppt/slideMasters/slideMaster1.xml" Id="Re217a6acbc304ad2" /><Relationship Type="http://schemas.openxmlformats.org/officeDocument/2006/relationships/notesMaster" Target="/ppt/notesMasters/notesMaster1.xml" Id="R0a0e81a31d384d2f" /><Relationship Type="http://schemas.openxmlformats.org/officeDocument/2006/relationships/presProps" Target="/ppt/presProps.xml" Id="R7c3c08843de74fcb" /><Relationship Type="http://schemas.openxmlformats.org/officeDocument/2006/relationships/tableStyles" Target="/ppt/tableStyles.xml" Id="R4106d20996fc4f2b" /><Relationship Type="http://schemas.openxmlformats.org/officeDocument/2006/relationships/slide" Target="/ppt/slides/slide1.xml" Id="R3fb84a38cac84cc3" /><Relationship Type="http://schemas.openxmlformats.org/officeDocument/2006/relationships/slide" Target="/ppt/slides/slide2.xml" Id="R5f8d6cb07b2c41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fcc91b44ad47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b104292d6444e" /><Relationship Type="http://schemas.openxmlformats.org/officeDocument/2006/relationships/notesMaster" Target="/ppt/notesMasters/notesMaster1.xml" Id="Ra6fd0f4b1fcc40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5718758c1e4477" /><Relationship Type="http://schemas.openxmlformats.org/officeDocument/2006/relationships/notesMaster" Target="/ppt/notesMasters/notesMaster1.xml" Id="R768d6e9baa2e4a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YAML：ultralytics/cfg/models/11_myself/yolo11-10csar-dr-trainonly-0918-full.yaml。數學與訓練流程來源：ultralytics/utils/training_aux_ops.py、ultralytics/utils/training_aux_0918.py、ultralytics/utils/loss.py。圖片為使用者提供的 0912 推論疊圖，不是 GT，也不是本次七版的測試結果。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full.yaml。機制來源：ultralytics/utils/training_aux_ops.py、ultralytics/utils/training_aux_0918.py、ultralytics/utils/loss.py。所有改善敘述均為待驗證假說，目前沒有完整真實貨櫃資料集的七版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5c607213b4b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0b6aa46afd4138" /><Relationship Type="http://schemas.openxmlformats.org/officeDocument/2006/relationships/slideLayout" Target="/ppt/slideLayouts/slideLayout1.xml" Id="R56f5d0328b7246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f5d0328b7246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7e2acd7634c42" /><Relationship Type="http://schemas.openxmlformats.org/officeDocument/2006/relationships/image" Target="/ppt/media/image.jpeg" Id="R934af8802fcd4654" /><Relationship Type="http://schemas.openxmlformats.org/officeDocument/2006/relationships/notesSlide" Target="/ppt/notesSlides/notesSlide1.xml" Id="R5f01cb6edd564b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01eacc9c2456a" /><Relationship Type="http://schemas.openxmlformats.org/officeDocument/2006/relationships/notesSlide" Target="/ppt/notesSlides/notesSlide2.xml" Id="R1ec96844205d4b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43D1367D-62EE-458E-8374-5A61BC2A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Full：陰影、邊界與 D／R 真交集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F3647F-553D-445D-98E9-D26AB585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雙視角監督 + 一致性 0.2 + 邊界 0.1 + 真交集 0.2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1ECA1F62-27E9-42F6-A68B-DA97AA69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1  原圖與合成陰影共用 GT</a:t>
            </a:r>
          </a:p>
        </p:txBody>
      </p:sp>
      <p:sp>
        <p:nvSpPr>
          <p:cNvPr id="4" name="formula-0">
            <a:extLst xmlns:a="http://schemas.openxmlformats.org/drawingml/2006/main">
              <a:ext uri="{FF2B5EF4-FFF2-40B4-BE49-F238E27FC236}">
                <a16:creationId xmlns:a16="http://schemas.microsoft.com/office/drawing/2014/main" id="{27949FED-622B-4491-B4DB-4FC20895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x̃ = clip[x·(1 − aσ(d / 0.15)), 0, 1]</a:t>
            </a:r>
          </a:p>
        </p:txBody>
      </p:sp>
      <p:sp>
        <p:nvSpPr>
          <p:cNvPr id="5" name="explain-0">
            <a:extLst xmlns:a="http://schemas.openxmlformats.org/drawingml/2006/main">
              <a:ext uri="{FF2B5EF4-FFF2-40B4-BE49-F238E27FC236}">
                <a16:creationId xmlns:a16="http://schemas.microsoft.com/office/drawing/2014/main" id="{B5F8EBA2-5C47-4B5F-A50D-B8A51FA5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陰影改光度，不改 D、R 的實例 mask 與位置。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973A97D8-500C-4254-9ECA-9FC44995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2  每個視角加入形狀與交集</a:t>
            </a:r>
          </a:p>
        </p:txBody>
      </p:sp>
      <p:sp>
        <p:nvSpPr>
          <p:cNvPr id="7" name="formula-1">
            <a:extLst xmlns:a="http://schemas.openxmlformats.org/drawingml/2006/main">
              <a:ext uri="{FF2B5EF4-FFF2-40B4-BE49-F238E27FC236}">
                <a16:creationId xmlns:a16="http://schemas.microsoft.com/office/drawing/2014/main" id="{8541C652-2316-4AE7-9F26-CE5C7935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0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LA = L₀ + 0.1 LB + 0.2 LO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5AD1D87C-994F-41A3-B592-A16A776C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95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LB 約束實例輪廓；LO 只監督真 D/R 交集圖片。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095FA391-AA81-471D-8AF3-1CD68515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3  可信原圖約束陰影視角</a:t>
            </a:r>
          </a:p>
        </p:txBody>
      </p:sp>
      <p:sp>
        <p:nvSpPr>
          <p:cNvPr id="10" name="formula-2">
            <a:extLst xmlns:a="http://schemas.openxmlformats.org/drawingml/2006/main">
              <a:ext uri="{FF2B5EF4-FFF2-40B4-BE49-F238E27FC236}">
                <a16:creationId xmlns:a16="http://schemas.microsoft.com/office/drawing/2014/main" id="{01774687-1BFF-4FD5-B124-F6B50DF7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Lfull = ½[LA(x)+LA(x̃)] + 0.2 LC</a:t>
            </a:r>
          </a:p>
        </p:txBody>
      </p:sp>
      <p:sp>
        <p:nvSpPr>
          <p:cNvPr id="11" name="explain-2">
            <a:extLst xmlns:a="http://schemas.openxmlformats.org/drawingml/2006/main">
              <a:ext uri="{FF2B5EF4-FFF2-40B4-BE49-F238E27FC236}">
                <a16:creationId xmlns:a16="http://schemas.microsoft.com/office/drawing/2014/main" id="{47EC1D71-94FB-413A-975B-3B41D757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LC 在五尺度上前背景分組平均，原圖 teacher stop-gradient。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af8802fcd4654"/>
          <a:stretch xmlns:a="http://schemas.openxmlformats.org/drawingml/2006/main"/>
        </p:blipFill>
        <p:spPr>
          <a:xfrm xmlns:a="http://schemas.openxmlformats.org/drawingml/2006/main">
            <a:off x="7639050" y="1831181"/>
            <a:ext cx="3905250" cy="2928938"/>
          </a:xfrm>
          <a:prstGeom xmlns:a="http://schemas.openxmlformats.org/drawingml/2006/main" prst="rect">
            <a:avLst/>
          </a:prstGeom>
        </p:spPr>
      </p:pic>
      <p:sp>
        <p:nvSpPr>
          <p:cNvPr id="13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244921D7-1B92-4E0B-8B60-478A5928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775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0912 推論示例（非 GT）</a:t>
            </a:r>
          </a:p>
        </p:txBody>
      </p:sp>
      <p:sp>
        <p:nvSpPr>
          <p:cNvPr id="14" name="callout">
            <a:extLst xmlns:a="http://schemas.openxmlformats.org/drawingml/2006/main">
              <a:ext uri="{FF2B5EF4-FFF2-40B4-BE49-F238E27FC236}">
                <a16:creationId xmlns:a16="http://schemas.microsoft.com/office/drawing/2014/main" id="{1DDB95FC-1668-4DCF-8E92-5D8AB3B3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3886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三種新增目標都只在訓練期作用，推論仍使用同一 0912 計算圖。</a:t>
            </a:r>
          </a:p>
        </p:txBody>
      </p:sp>
    </p:spTree>
    <p:extLst>
      <p:ext uri="{BB962C8B-B14F-4D97-AF65-F5344CB8AC3E}">
        <p14:creationId xmlns:p14="http://schemas.microsoft.com/office/powerpoint/2010/main" val="726061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440B616-E8E2-4C16-A75A-494E5D4B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Full：陰影、邊界與 D／R 真交集：影響與驗證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0D4C43-93BE-4B84-AA60-B0F3AC98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研究目標是辨識陰影中的損傷。此模型沒有輸出陰影類別或陰影 mask。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57225" y="1628775"/>
          <a:ext xmlns:a="http://schemas.openxmlformats.org/drawingml/2006/main" cx="108775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8829675"/>
              </a:tblGrid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影像辨識作用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同時約束光照穩定性、實例幾何和 D／R 同像素共存，檢驗三者是否互補。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陰影下的 D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研究假說是找回暗處 D，同時維持凹洞輪廓與覆鏽交集；不能預設 full 一定優於單一機制。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代價與風險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2B 視角增加成本。三項 loss 可能競爭梯度，交集標註錯誤也可能傷 R precision。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驗證對照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 shadow-boundary 比可隔離新真交集項。同步報陰影 D、亮部 D、D-only、D+R 與純陰影誤報。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0910721-A3AB-49B2-A80E-DB1ED1B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所有新增 gain 都是起始超參數。以同一 0912 權重各自初始化七版，不能接續訓練。</a:t>
            </a:r>
          </a:p>
        </p:txBody>
      </p:sp>
    </p:spTree>
    <p:extLst>
      <p:ext uri="{BB962C8B-B14F-4D97-AF65-F5344CB8AC3E}">
        <p14:creationId xmlns:p14="http://schemas.microsoft.com/office/powerpoint/2010/main" val="1800529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2026-09-18T10:57:10.5920000Z</dcterms:created>
  <dcterms:modified xsi:type="dcterms:W3CDTF">2026-09-18T10:57:10.5920000Z</dcterms:modified>
</coreProperties>
</file>