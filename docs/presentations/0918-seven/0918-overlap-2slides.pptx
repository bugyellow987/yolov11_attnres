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60ecb178e4470" /><Relationship Type="http://schemas.openxmlformats.org/officeDocument/2006/relationships/extended-properties" Target="/docProps/app.xml" Id="Rf609f7b0a77547f5" /><Relationship Type="http://schemas.openxmlformats.org/officeDocument/2006/relationships/officeDocument" Target="/ppt/presentation.xml" Id="R10d1ce584485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53c3580f6407f"/>
  </p:sldMasterIdLst>
  <p:notesMasterIdLst>
    <p:notesMasterId xmlns:r="http://schemas.openxmlformats.org/officeDocument/2006/relationships" r:id="Re4e7e376687d4903"/>
  </p:notesMasterIdLst>
  <p:sldIdLst>
    <p:sldId xmlns:r="http://schemas.openxmlformats.org/officeDocument/2006/relationships" id="256" r:id="R8fc722bf71164ff0"/>
    <p:sldId xmlns:r="http://schemas.openxmlformats.org/officeDocument/2006/relationships" id="257" r:id="R4dafa0e6cffb4d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ad8309e68a47da" /><Relationship Type="http://schemas.openxmlformats.org/officeDocument/2006/relationships/slideMaster" Target="/ppt/slideMasters/slideMaster1.xml" Id="Rb1a53c3580f6407f" /><Relationship Type="http://schemas.openxmlformats.org/officeDocument/2006/relationships/notesMaster" Target="/ppt/notesMasters/notesMaster1.xml" Id="Re4e7e376687d4903" /><Relationship Type="http://schemas.openxmlformats.org/officeDocument/2006/relationships/presProps" Target="/ppt/presProps.xml" Id="R46b2c49a9fd141a1" /><Relationship Type="http://schemas.openxmlformats.org/officeDocument/2006/relationships/tableStyles" Target="/ppt/tableStyles.xml" Id="R7cb3a49d55c84c7e" /><Relationship Type="http://schemas.openxmlformats.org/officeDocument/2006/relationships/slide" Target="/ppt/slides/slide1.xml" Id="R8fc722bf71164ff0" /><Relationship Type="http://schemas.openxmlformats.org/officeDocument/2006/relationships/slide" Target="/ppt/slides/slide2.xml" Id="R4dafa0e6cffb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620e78999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ab268b93b4bb1" /><Relationship Type="http://schemas.openxmlformats.org/officeDocument/2006/relationships/notesMaster" Target="/ppt/notesMasters/notesMaster1.xml" Id="R419d273f0da5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b79d33e5e4062" /><Relationship Type="http://schemas.openxmlformats.org/officeDocument/2006/relationships/notesMaster" Target="/ppt/notesMasters/notesMaster1.xml" Id="R0eb40c8e37294d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YAML：ultralytics/cfg/models/11_myself/yolo11-10csar-dr-trainonly-0918-overlap.yaml。數學與訓練流程來源：ultralytics/utils/training_aux_ops.py、ultralytics/utils/training_aux_0918.py、ultralytics/utils/loss.py。圖片為使用者提供的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overlap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240961d96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6d366ee00044c5" /><Relationship Type="http://schemas.openxmlformats.org/officeDocument/2006/relationships/slideLayout" Target="/ppt/slideLayouts/slideLayout1.xml" Id="Rffb77aa0096141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77aa0096141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ef3295d4d4604" /><Relationship Type="http://schemas.openxmlformats.org/officeDocument/2006/relationships/image" Target="/ppt/media/image.jpeg" Id="R6f3238ccb0fc4b39" /><Relationship Type="http://schemas.openxmlformats.org/officeDocument/2006/relationships/notesSlide" Target="/ppt/notesSlides/notesSlide1.xml" Id="R350486f99248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1f8193ef7498c" /><Relationship Type="http://schemas.openxmlformats.org/officeDocument/2006/relationships/notesSlide" Target="/ppt/notesSlides/notesSlide2.xml" Id="R2662f549a9f541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8789B42F-3449-4E7E-AC55-536D048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Overlap：凹洞與生鏽真交集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AE7A6B-90F3-481E-A101-236500D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無合成陰影；在原有共存加權之外，新增 D／R joint loss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2EBACC0D-795A-4DA2-8930-26F914BB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原生 GT 解析度先求交集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845474E0-DB1E-47EC-81FF-8481395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T = YD ∩ YR；U = YD ∪ YR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C2B9037A-C422-4145-AA18-B2D0B7C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先交集再縮圖，避免相鄰 D、R 被粗尺度捏成假交疊。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69D9291E-3A33-4DB8-A01D-2B7883B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兩類同時成立的分數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34B55A30-65D9-485F-9307-39C53D79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qDR = σ(zD)·σ(zR)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93F3BA6A-C12F-4BF2-923A-1C20B553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它是訓練分數，不宣稱已校準的統計聯合機率。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6FDB10B5-1E3E-4610-9A43-E5E4388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穩定 joint-logit 監督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44B7060F-D38C-40E3-BB79-0A843BE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logit(qDR) = a+b−logsumexp(0,a,b)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F3C9B4D2-CE3B-40A9-BFA9-53237B7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僅真交集圖片啟用，五尺度平均後以 gain 0.2 加入 sem_loss。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238ccb0fc4b39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BDEFE8D0-4FF0-4A0D-AD7C-1AF969D5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68A740D2-774C-47B8-BD96-F5A2A19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D-only 樣本的新增交集 loss 為 0，不要求凹洞一定伴隨生鏽。</a:t>
            </a:r>
          </a:p>
        </p:txBody>
      </p:sp>
    </p:spTree>
    <p:extLst>
      <p:ext uri="{BB962C8B-B14F-4D97-AF65-F5344CB8AC3E}">
        <p14:creationId xmlns:p14="http://schemas.microsoft.com/office/powerpoint/2010/main" val="1546985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57DD8-7B4A-427D-B67F-218D937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Overlap：凹洞與生鏽真交集：影響與驗證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0D442F-E0EE-416E-8C8E-7EC35F19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原本的共存 BCE 權重已是 3；新增項再要求 D 與 R 的乘積對準真正同像素交疊。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若鏽蝕覆蓋凹洞且同處陰影，交疊目標可能保留兩類訊號；本版本身沒有陰影增強。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真交集圖太少時梯度稀疏。交疊標註若不準，可能拉高 R 假陽性或傷害 D-only 預測。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baseline 比 D+R 真交集 recall、D-only recall、R precision；相鄰但未重疊樣本應獨立檢查。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B44C38D-004B-4810-9D90-471B6CC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原本的 D／R 共存能力保持不變；本版測試的是「額外真交集約束」。</a:t>
            </a:r>
          </a:p>
        </p:txBody>
      </p:sp>
    </p:spTree>
    <p:extLst>
      <p:ext uri="{BB962C8B-B14F-4D97-AF65-F5344CB8AC3E}">
        <p14:creationId xmlns:p14="http://schemas.microsoft.com/office/powerpoint/2010/main" val="1318289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2026-09-18T10:57:00.6720000Z</dcterms:created>
  <dcterms:modified xsi:type="dcterms:W3CDTF">2026-09-18T10:57:00.6720000Z</dcterms:modified>
</coreProperties>
</file>