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b1cdc68084885" /><Relationship Type="http://schemas.openxmlformats.org/officeDocument/2006/relationships/extended-properties" Target="/docProps/app.xml" Id="Rf4dfaa3579c5448c" /><Relationship Type="http://schemas.openxmlformats.org/officeDocument/2006/relationships/officeDocument" Target="/ppt/presentation.xml" Id="R47014d68c85a4f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6ff06802924b2d"/>
  </p:sldMasterIdLst>
  <p:notesMasterIdLst>
    <p:notesMasterId xmlns:r="http://schemas.openxmlformats.org/officeDocument/2006/relationships" r:id="R07c50a8c282344b2"/>
  </p:notesMasterIdLst>
  <p:sldIdLst>
    <p:sldId xmlns:r="http://schemas.openxmlformats.org/officeDocument/2006/relationships" id="256" r:id="Ra80767939ecf449a"/>
    <p:sldId xmlns:r="http://schemas.openxmlformats.org/officeDocument/2006/relationships" id="257" r:id="R14c44ccc0c9948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431b34f8514b55" /><Relationship Type="http://schemas.openxmlformats.org/officeDocument/2006/relationships/slideMaster" Target="/ppt/slideMasters/slideMaster1.xml" Id="Raa6ff06802924b2d" /><Relationship Type="http://schemas.openxmlformats.org/officeDocument/2006/relationships/notesMaster" Target="/ppt/notesMasters/notesMaster1.xml" Id="R07c50a8c282344b2" /><Relationship Type="http://schemas.openxmlformats.org/officeDocument/2006/relationships/presProps" Target="/ppt/presProps.xml" Id="Rc62a476999314f44" /><Relationship Type="http://schemas.openxmlformats.org/officeDocument/2006/relationships/tableStyles" Target="/ppt/tableStyles.xml" Id="R13869566819846bb" /><Relationship Type="http://schemas.openxmlformats.org/officeDocument/2006/relationships/slide" Target="/ppt/slides/slide1.xml" Id="Ra80767939ecf449a" /><Relationship Type="http://schemas.openxmlformats.org/officeDocument/2006/relationships/slide" Target="/ppt/slides/slide2.xml" Id="R14c44ccc0c99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8b778ef345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5b75fd314748f8" /><Relationship Type="http://schemas.openxmlformats.org/officeDocument/2006/relationships/notesMaster" Target="/ppt/notesMasters/notesMaster1.xml" Id="R77b97c59f2ce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0a3694d1f2409a" /><Relationship Type="http://schemas.openxmlformats.org/officeDocument/2006/relationships/notesMaster" Target="/ppt/notesMasters/notesMaster1.xml" Id="Rd49962933e08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YAML：ultralytics/cfg/models/11_myself/yolo11-10csar-dr-trainonly-0918-shadow-aug.yaml。數學與訓練流程來源：ultralytics/utils/training_aux_ops.py、ultralytics/utils/training_aux_0918.py、ultralytics/utils/loss.py。圖片為使用者提供的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shadow-aug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efaf74d984e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da4b23153f42ea" /><Relationship Type="http://schemas.openxmlformats.org/officeDocument/2006/relationships/slideLayout" Target="/ppt/slideLayouts/slideLayout1.xml" Id="Rdbbfd5904c3e48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fd5904c3e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c4137fa3f43d7" /><Relationship Type="http://schemas.openxmlformats.org/officeDocument/2006/relationships/image" Target="/ppt/media/image.jpeg" Id="R4a5b88d2015a41c4" /><Relationship Type="http://schemas.openxmlformats.org/officeDocument/2006/relationships/notesSlide" Target="/ppt/notesSlides/notesSlide1.xml" Id="R15c8ab564cd3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7d9f759db48f0" /><Relationship Type="http://schemas.openxmlformats.org/officeDocument/2006/relationships/notesSlide" Target="/ppt/notesSlides/notesSlide2.xml" Id="R923ee86438f64e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34ABF70-F1E1-4F8F-A8F8-C3B53AC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Shadow Aug：合成陰影雙視角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E5561C-B30B-4864-8654-1C114A2B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僅增加陰影影像與 GT 監督；一致性 gain = 0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B9E0F70B-B68A-4863-B94E-1222337B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隨機柔邊半平面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58680E47-8F31-4BAF-ADD3-2B6E82F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d(u) = r sinφ + c cosφ − o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3E6742E0-6AAB-4100-9298-E3757CE8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方向 φ 與偏移 o 各圖獨立取樣，r、c 為正規化座標。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AC27A1A8-D68C-492E-8599-34AD32A1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光度變換，幾何不變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365ABDAC-9571-4DB3-A483-7664C202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x̃ = clip[x·(1 − aσ(d / 0.15)), 0, 1]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EECDFFBD-0493-4162-9577-B2BAAF58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 ∈ [0.15, 0.45]；RGB 同比例變暗，mask 與 bbox 保持原標註。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02E3714F-0F20-4EF7-8017-5B119C15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原圖與陰影圖都做 GT 監督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FE4915B7-7019-45BD-B0CC-70CC026C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Lpair = ½[L₀(x,Y) + L₀(x̃,Y)]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AFE70461-A73F-40AE-8C6E-8BB0804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同一模型一次 forward 處理 2B 個視角，兩視角 loss 取平均。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b88d2015a41c4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AF95A49C-DE52-4964-A991-E07FDFBD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38E0153F-E5DC-4407-B1EE-37E01BB9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此版回答：陰影曝光本身能否改善暗處 D，尚未加入一致性。</a:t>
            </a:r>
          </a:p>
        </p:txBody>
      </p:sp>
    </p:spTree>
    <p:extLst>
      <p:ext uri="{BB962C8B-B14F-4D97-AF65-F5344CB8AC3E}">
        <p14:creationId xmlns:p14="http://schemas.microsoft.com/office/powerpoint/2010/main" val="1189975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4EF186-F44E-4405-8103-C92586B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Shadow Aug：合成陰影雙視角：影響與驗證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F52126-E2B9-45A1-A9DB-570FDDAC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相同破損幾何搭配不同亮度，使模型少依賴暗度單一線索。陰影區 D 標籤不變。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預期可能減少低亮度造成的漏檢；也須檢查純陰影是否被誤認為凹洞。尚無實測提升證據。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代價與風險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一次處理 2B 視角會增加運算、顯存並改變 BatchNorm 統計。半平面陰影未必符合真實反光與遮蔽。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 baseline 比陰影／亮部 D recall、純陰影誤報和訓練成本；與 consistency 比可隔離新增一致性。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E0BB9F-722A-4C55-96D5-C87EA792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本版不使用陰影 mask 作目標，也不新增陰影類別輸出。</a:t>
            </a:r>
          </a:p>
        </p:txBody>
      </p:sp>
    </p:spTree>
    <p:extLst>
      <p:ext uri="{BB962C8B-B14F-4D97-AF65-F5344CB8AC3E}">
        <p14:creationId xmlns:p14="http://schemas.microsoft.com/office/powerpoint/2010/main" val="327432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2026-09-18T10:56:45.9120000Z</dcterms:created>
  <dcterms:modified xsi:type="dcterms:W3CDTF">2026-09-18T10:56:45.9120000Z</dcterms:modified>
</coreProperties>
</file>